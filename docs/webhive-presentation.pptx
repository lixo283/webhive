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0fd4d424b4d05" /><Relationship Type="http://schemas.openxmlformats.org/officeDocument/2006/relationships/extended-properties" Target="/docProps/app.xml" Id="R8531559e8e1c47c5" /><Relationship Type="http://schemas.openxmlformats.org/officeDocument/2006/relationships/officeDocument" Target="/ppt/presentation.xml" Id="Rcc892f880583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0c603fd76488c"/>
  </p:sldMasterIdLst>
  <p:notesMasterIdLst>
    <p:notesMasterId xmlns:r="http://schemas.openxmlformats.org/officeDocument/2006/relationships" r:id="R0b4a7679cbe34d0f"/>
  </p:notesMasterIdLst>
  <p:sldIdLst>
    <p:sldId xmlns:r="http://schemas.openxmlformats.org/officeDocument/2006/relationships" id="256" r:id="Rff257da25f394c0d"/>
    <p:sldId xmlns:r="http://schemas.openxmlformats.org/officeDocument/2006/relationships" id="257" r:id="R352d2038f7274546"/>
    <p:sldId xmlns:r="http://schemas.openxmlformats.org/officeDocument/2006/relationships" id="258" r:id="Rd930f5d3ee8e451b"/>
    <p:sldId xmlns:r="http://schemas.openxmlformats.org/officeDocument/2006/relationships" id="259" r:id="Rcace738524564e89"/>
    <p:sldId xmlns:r="http://schemas.openxmlformats.org/officeDocument/2006/relationships" id="260" r:id="R161fc83d61b24486"/>
    <p:sldId xmlns:r="http://schemas.openxmlformats.org/officeDocument/2006/relationships" id="261" r:id="R68cf900c76834b23"/>
    <p:sldId xmlns:r="http://schemas.openxmlformats.org/officeDocument/2006/relationships" id="262" r:id="R8b7fbc525dbd4de2"/>
    <p:sldId xmlns:r="http://schemas.openxmlformats.org/officeDocument/2006/relationships" id="263" r:id="Ra68e48c583b14239"/>
    <p:sldId xmlns:r="http://schemas.openxmlformats.org/officeDocument/2006/relationships" id="264" r:id="R498586c8d7aa4d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92ec170de34903" /><Relationship Type="http://schemas.openxmlformats.org/officeDocument/2006/relationships/slideMaster" Target="/ppt/slideMasters/slideMaster1.xml" Id="R15e0c603fd76488c" /><Relationship Type="http://schemas.openxmlformats.org/officeDocument/2006/relationships/notesMaster" Target="/ppt/notesMasters/notesMaster1.xml" Id="R0b4a7679cbe34d0f" /><Relationship Type="http://schemas.openxmlformats.org/officeDocument/2006/relationships/presProps" Target="/ppt/presProps.xml" Id="R1c9ceb1f20be4468" /><Relationship Type="http://schemas.openxmlformats.org/officeDocument/2006/relationships/viewProps" Target="/ppt/viewProps.xml" Id="R517e8920301c4af6" /><Relationship Type="http://schemas.openxmlformats.org/officeDocument/2006/relationships/tableStyles" Target="/ppt/tableStyles.xml" Id="R44f311f6530c447e" /><Relationship Type="http://schemas.openxmlformats.org/officeDocument/2006/relationships/slide" Target="/ppt/slides/slide1.xml" Id="Rff257da25f394c0d" /><Relationship Type="http://schemas.openxmlformats.org/officeDocument/2006/relationships/slide" Target="/ppt/slides/slide2.xml" Id="R352d2038f7274546" /><Relationship Type="http://schemas.openxmlformats.org/officeDocument/2006/relationships/slide" Target="/ppt/slides/slide3.xml" Id="Rd930f5d3ee8e451b" /><Relationship Type="http://schemas.openxmlformats.org/officeDocument/2006/relationships/slide" Target="/ppt/slides/slide4.xml" Id="Rcace738524564e89" /><Relationship Type="http://schemas.openxmlformats.org/officeDocument/2006/relationships/slide" Target="/ppt/slides/slide5.xml" Id="R161fc83d61b24486" /><Relationship Type="http://schemas.openxmlformats.org/officeDocument/2006/relationships/slide" Target="/ppt/slides/slide6.xml" Id="R68cf900c76834b23" /><Relationship Type="http://schemas.openxmlformats.org/officeDocument/2006/relationships/slide" Target="/ppt/slides/slide7.xml" Id="R8b7fbc525dbd4de2" /><Relationship Type="http://schemas.openxmlformats.org/officeDocument/2006/relationships/slide" Target="/ppt/slides/slide8.xml" Id="Ra68e48c583b14239" /><Relationship Type="http://schemas.openxmlformats.org/officeDocument/2006/relationships/slide" Target="/ppt/slides/slide9.xml" Id="R498586c8d7aa4d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b995de9c76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af7d28257f4c97" /><Relationship Type="http://schemas.openxmlformats.org/officeDocument/2006/relationships/notesMaster" Target="/ppt/notesMasters/notesMaster1.xml" Id="R71c5c440c34c43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b646ce04e4f7c" /><Relationship Type="http://schemas.openxmlformats.org/officeDocument/2006/relationships/notesMaster" Target="/ppt/notesMasters/notesMaster1.xml" Id="Re45161466e3146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f296d6c05a4f01" /><Relationship Type="http://schemas.openxmlformats.org/officeDocument/2006/relationships/notesMaster" Target="/ppt/notesMasters/notesMaster1.xml" Id="Rd0efa6acecf6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55061a47b4cc0" /><Relationship Type="http://schemas.openxmlformats.org/officeDocument/2006/relationships/notesMaster" Target="/ppt/notesMasters/notesMaster1.xml" Id="R55c33a381548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7baed9162414d" /><Relationship Type="http://schemas.openxmlformats.org/officeDocument/2006/relationships/notesMaster" Target="/ppt/notesMasters/notesMaster1.xml" Id="R98a3209b279043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3500f1b20a4103" /><Relationship Type="http://schemas.openxmlformats.org/officeDocument/2006/relationships/notesMaster" Target="/ppt/notesMasters/notesMaster1.xml" Id="R3b616d2eec9746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4003fe49a46ed" /><Relationship Type="http://schemas.openxmlformats.org/officeDocument/2006/relationships/notesMaster" Target="/ppt/notesMasters/notesMaster1.xml" Id="R5a484800604d44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e6b7ae02944de" /><Relationship Type="http://schemas.openxmlformats.org/officeDocument/2006/relationships/notesMaster" Target="/ppt/notesMasters/notesMaster1.xml" Id="Rfa3ddfcf6c904a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fe64200db6408f" /><Relationship Type="http://schemas.openxmlformats.org/officeDocument/2006/relationships/notesMaster" Target="/ppt/notesMasters/notesMaster1.xml" Id="R96107a84d6a7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2d826460b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d4235c5c34689" /><Relationship Type="http://schemas.openxmlformats.org/officeDocument/2006/relationships/slideLayout" Target="/ppt/slideLayouts/slideLayout1.xml" Id="Ra64e5df54297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e5df54297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9e6c0a424e8a" /><Relationship Type="http://schemas.openxmlformats.org/officeDocument/2006/relationships/notesSlide" Target="/ppt/notesSlides/notesSlide1.xml" Id="R69eeec9fe0a3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7acb51ca4575" /><Relationship Type="http://schemas.openxmlformats.org/officeDocument/2006/relationships/notesSlide" Target="/ppt/notesSlides/notesSlide2.xml" Id="Rf0eecf5b4c6a43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ca1cd7c114cf9" /><Relationship Type="http://schemas.openxmlformats.org/officeDocument/2006/relationships/notesSlide" Target="/ppt/notesSlides/notesSlide3.xml" Id="R43278450f1d8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77b782984a93" /><Relationship Type="http://schemas.openxmlformats.org/officeDocument/2006/relationships/notesSlide" Target="/ppt/notesSlides/notesSlide4.xml" Id="Rea887590b766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efc5b78724457" /><Relationship Type="http://schemas.openxmlformats.org/officeDocument/2006/relationships/notesSlide" Target="/ppt/notesSlides/notesSlide5.xml" Id="Rcfb7b815de6c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bd81b87934bff" /><Relationship Type="http://schemas.openxmlformats.org/officeDocument/2006/relationships/notesSlide" Target="/ppt/notesSlides/notesSlide6.xml" Id="Ra0d4eabd6a32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1b7b84f447f6" /><Relationship Type="http://schemas.openxmlformats.org/officeDocument/2006/relationships/notesSlide" Target="/ppt/notesSlides/notesSlide7.xml" Id="R6a7129a32aca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bd5a244b4d07" /><Relationship Type="http://schemas.openxmlformats.org/officeDocument/2006/relationships/notesSlide" Target="/ppt/notesSlides/notesSlide8.xml" Id="R02b6a6f185dc42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1246208964cc6" /><Relationship Type="http://schemas.openxmlformats.org/officeDocument/2006/relationships/notesSlide" Target="/ppt/notesSlides/notesSlide9.xml" Id="R83e69374867343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B6201-DA3B-4916-AC2E-E35F196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DD937-692B-4B3B-B915-FED3B49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6E22C-5DF8-4A6E-9753-9A1930D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WEBHIVE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BD944-4220-48DE-A9B2-CB9DC511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DECE4-2081-43FF-82E7-E8887D04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WebHive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992B2-DD88-4411-B17F-B7A0A89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Веб-сервис веб-студии: каталог услуг, заявки, личный кабинет, админ-панель и фиксация финальной цены после согласования ТЗ.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ACC-64E4-43A2-84E0-D22D5D14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09EB-8940-44E0-97CE-C9CB8E2A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HTML5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2E821-DD41-412B-B7C8-EA9249AC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F2B73-B92D-4E89-A767-F088DB0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CSS3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94D63-655A-4CAA-83BE-8B40A2E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433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D52A6-29C2-4426-B5D0-36DFFE9B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Vanilla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60958-E645-47B3-9AF7-5DC49932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A0B39-D64C-46AA-8CA1-CF5F2B79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Node.js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69C82-7D2D-4AE8-BADA-5C502F08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38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D0E4A-CA68-4B27-BA1C-6D90E549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148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Express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E9C08-EE02-4A65-964A-33C9D8A0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FD5E2-0E53-4ACC-B6F7-A3A1D33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638E8-A009-4DBA-A09D-02A20FC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38250"/>
            <a:ext cx="3162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78FA9-88D8-4035-A7B2-C28DDAD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33FA5-D97C-4EE6-AB66-D69230D8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https://webhive.onrender.com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A65BC-0A3B-407F-822B-ED875D8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2A1AB-CC09-42C6-BC2B-89F5CA0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FD726-300B-4508-9C82-D9BC935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51325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64061-8EBE-4613-BDD0-44EB2FB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71D8B-DC0C-4C13-8AA9-B37F6275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EB1E5-B062-447B-B6C1-5B925B3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01 / ИДЕЯ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4471-FDCF-4B38-A117-3942B93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F6640-90DC-48DF-9D13-E995482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Что решает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C11D8-CA48-4AE7-AEFF-E010A87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 закрывает типовой процесс веб-студии: от выбора услуги до обработки заявки менеджером.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94C68-A32B-430E-80A7-980854F2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9F6D5-79CA-4AEB-98D0-2847A63E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1D516-D7E8-4505-AEFB-9BCB227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D2E3A-3DC0-4241-80D5-901E0D5D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У студии есть услуги, кейсы и входящие обращения, но без системы заявки теряются, статусы не фиксируются, а клиент не понимает, что происходит дальше.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12CD6-6DFE-45AF-BA2F-8FD7181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2570E-826E-4317-A68A-F74D2FB2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6BB56-FD11-491C-BC1E-4C43C15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3F54D-E0E3-468D-8A43-624AF155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Сайт собирает услуги, портфолио, регистрацию, личный кабинет и админ-панель в один учебный веб-сервис.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F46F6-A92B-49C8-AC08-E5654AB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71190-A5CF-4F9C-807F-35129FA1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76D88-0DE3-494B-80EF-D683DCB4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874E4-1A1E-4483-B511-A321ADB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0520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Клиент оставляет заявку, администратор меняет статус, фиксирует финальную цену и оставляет комментарий по расчету.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AF447-D601-4BA3-8F7A-0635266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C9209-C955-41AC-A95A-46A9BB97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BFEDB-4988-4488-A257-CF207E5F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84698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F8B83-2024-4F85-913D-FD5192C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353CB-1EEA-4869-9C40-E8A451C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8022-9177-4F18-A1D6-91BAF53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02 / ФУНКЦИОНАЛ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0E300-0CF1-4BC1-A9E3-60FB6BFF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B7ABF-A9B2-4656-8DC9-AB2E954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Что реализовано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5586-F1ED-4043-8B20-F761C2E4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Проект не ограничен лендингом: есть публичная часть, кабинет, админка, API и база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13EB6-5BCE-4E75-96F9-AB873F4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B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8D835-9F7B-4A9D-9760-38734FE7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PUBLIC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DA39D-68E9-4DF7-A02B-22582CC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8+ страниц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F7476-4CCD-428F-BC2A-E19CDCB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главная, каталог, портфолио, контакты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B011-9DAE-4E67-AB54-846579A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B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FA428-F473-4E9A-AFCA-76217E14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ED963-9402-4308-A5D4-F0F312B3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заявки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0337F-0930-4117-AB07-3A041F7E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личный кабинет и история статусов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447AF-40FC-4A11-8666-4CDBF198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B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61ECC-5572-45F2-99BD-5E99846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41CC1-3EB5-4B5C-A7A0-013B024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134BB-81F2-403F-BF50-6D97761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услуги, портфолио, заявки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21638-CFD7-4F15-96F0-A5332B1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B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F8385-4BAD-475B-8A8C-4EF29668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B62D4-88A5-49A0-AE8A-489FB3EC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EB970-A269-4BB4-AE7D-4F4AB2D7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6237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Express + 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4B049-CD5D-435D-A5CC-5825237A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Ключевой сценарий защиты: создать заявку клиентом, открыть ее в админке, указать финальную стоимость после обсуждения ТЗ и показать этот расчет в кабинете клиента.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D03A3-B4FF-4F28-BDF8-F8633334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8C4A1-F578-495D-B1CE-F7FDF1C2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FABA3-4FE3-44E9-8BE8-CF699752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69677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B7466-4FE6-401C-8E98-3808BE0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95640-DB87-4A3C-AE7E-E6C88890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BB49D-9287-4024-9748-A3808A44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03 / 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E72F1-46A1-4DF6-96A2-01410BE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1EB0D-6757-4B78-A8B6-D0BC424D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Структура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05EEF-453E-41EA-BFE3-1521DED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Классическое разделение: frontend, backend, database и документация.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4AB5-D2BF-4581-AA77-E808577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895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5C17-0FA2-4277-BB38-D123102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frontend/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A5F6D-B986-4473-99D3-D43215A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DAF50-00BB-4E84-AB0F-B2FBB44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HTML-страницы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8FD5B-EFBE-473B-B8DD-B1F90A6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0DBC5-D849-4D8E-8AEA-0B053B10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style.css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8C5B6-C965-49A1-B62C-B87A1E83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9E0AA-AC30-4C92-8086-D4BD7D0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main.js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51F2F-A00C-4444-A52E-2BD109DC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AE92C-5FD3-4355-A57F-F950F85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оптимизированные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ECDB1-3C83-46AE-93D6-E61F911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895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9EA51-B18A-43BD-A85A-C2C9D52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backend/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B201C-90FC-4C29-9BDA-8A1D4B2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6945C-0B36-41DA-AFD8-3B6A508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Express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72458-1A0D-4C31-98C5-B7DB678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4DC1F-AD9B-4210-A51D-34033BC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routes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F44AF-4677-4821-95DA-ECA72EA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DF193-BE34-418B-8EB8-3252F8D1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62301-B46E-4CFA-A2E8-9EDC247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76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120FD-D880-48A7-9505-8BBBB84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91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auth middleware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55958-480B-4552-83D4-BFF6AABF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895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41AA3-BB3C-4097-82F4-E9F78E41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database/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3470A4-80A5-4E8D-8C50-E46ABFE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E5FF7-3070-4006-9829-B828015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schema.sql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B1BC9-2083-42CC-B52A-1BA70A05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0B2A57-FE2B-4FB2-B07E-4A5BF80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seed.sql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282E01-49A9-4990-B882-E54F38C1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DAB9F-2A1D-4F3E-AE41-0CC701E6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C19AEA-A5D6-4AB9-85BD-1D1BFB62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76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F8FD4F-A410-4B5D-9F68-995CAC67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связанные таблицы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69ED0-5734-496B-BABC-B4B7196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2C6BA-CC33-4088-A9BC-749AF53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5A0393-10CF-40D5-9F7B-3C0A04C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06313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6C1FB-6F47-47A7-A014-BC0AA44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AC81F-741E-474D-87EC-781278C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7AB5C-DB11-44EF-BBD9-9F9DB6C9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04 /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605D-3335-4160-8E8C-2AAAFF0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E2FAC-A39C-45BF-BCAA-D6E790F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Жизненный цикл заявки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10121-505E-444A-99F3-D88DF0B4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Заявка проходит понятный путь: клиент отправляет, менеджер обрабатывает, система фиксирует историю.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3EB56-D983-449E-AABD-29E9F3D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AB96F-B141-4B29-B110-7C8716B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D6D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D6D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2584-CB4B-462B-9984-B903B7DF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Выбор услуги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0BB1B-998C-459D-BA5B-8694D8E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Каталог и детальная страница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C6659-6874-4913-B050-C8A6E4F5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896B-C003-4CB5-B560-454D2F75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8D86C-FED2-4E95-943C-5BA5276D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447C8-8938-48BD-BE05-FECB35B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D6D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D6D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9C681-A940-4FCD-B87F-ADD0A62D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338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Создание заявки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E408D-75D7-46B9-91BA-94D5FB13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Контакты, телефон, комментарий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A007A-15C4-4252-A86F-B327C1D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48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06998-2986-4B76-A0DE-B07E46C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344B3-B774-46F4-A706-FE5942C2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B9994-2332-4E02-9398-40FD7853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D6D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D6D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DA739-4620-4392-88DB-89F2295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338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6C93A-61CF-4FD6-8A7B-4AD8748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719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Статус: новая, в работе, выполнена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284A3-A8BE-4AB9-94B8-D5505226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48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33073-254E-4AE8-979C-8FB9446E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F9B2B-5EAF-4150-A535-991597D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5B44D-7553-4A18-92C1-8DD2CB05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6230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D6D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D6D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E4C4A-9540-4640-94AE-515D70BB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338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Расчет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08D4D-030D-4908-8AC3-C45289F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719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Финальная цена и комментарий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1126F-064A-43C7-8886-EA7DB36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481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1DDC5-3F04-4C0C-89B3-5279325A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986AF-1A66-4687-ABAA-0C4EA4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718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6AB34-FA8D-4AAD-B527-ADCDCF8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D6D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80D6D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9D1FD8-82CC-4A79-BAD5-58E271BA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338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Кабинет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F1174A-FFF0-480F-9432-7F891871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Клиент видит итог и историю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E6ED9-B493-478A-86E8-DC517551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5A35A2-EBCB-464D-8456-14B95627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4299C-4AE2-4E6C-8F19-2F2BBE94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19819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FC2F7-62B7-4F43-964E-3D94280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BC048-78B7-43B7-BDAB-CBF0E31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9C3BD-9178-4E65-BB48-36CCE69C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05 / ЦЕНА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BE3B1-8A31-40E5-AD19-5B8DFA52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36C38-7A35-4AEA-8314-6A8FC97E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Как фиксируется окончательная стоимость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B47DE-C642-4B7B-9B1E-0703E12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Базовая цена в каталоге не подменяет расчет. Итоговая цена появляется после обсуждения ТЗ.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B4C35-F40B-43DB-8A08-877CE05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794E1-1DBD-4733-BC72-12035BDA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16A7E-9F2E-4008-BD5F-44DE815F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Базовая цена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18C00-D410-45AD-8EC2-A7378DC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590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Хранится в услуге и показывает клиенту ориентир до начала общения. Например: Landing Page, UI/UX Redesign, Brand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AF47C-2D29-41FE-AADB-A2F92C58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DFF4E-916A-4F89-9247-E31DE4F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22BD5-ACB1-445D-B04D-8E44C9A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Финальная цена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F55E4-D407-4353-B497-349A53CB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2590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Хранится в заявке в поле final_price. Ее вводит администратор после уточнения объема работ, сроков и требований.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BDC19-1C70-4160-B6D9-A8BE869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48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0707B-2B8B-4897-84AA-AD514862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D931D-B329-4BE5-972C-6C47DE9E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Комментарий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CFF53-3090-4BC0-BE88-102159AE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2590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Поле admin_note объясняет, что согласовали с клиентом, что нужно уточнить и какой следующий шаг.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29473-88C8-43B3-B604-E1B6E16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891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Если расчет еще не внесен, клиент видит: «После согласования ТЗ».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BCC1B-7406-479E-A2E1-24991A1A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4191C-8CEC-4807-92D8-326F6F24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8A68C-FE57-41CC-B55B-4E751AC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27368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7BBCA-34AF-4361-9D19-3FE910C5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23B8A-FE3F-46B0-AC64-435367E0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F10EB-161C-4A3C-BC74-32A2C25A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06 / БАЗА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62877-0750-40FB-9A59-45E4F8A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76F5-6082-4E13-A26C-5B8088B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Модель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722E8-5F8C-4FAB-895E-E6507EB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PostgreSQL хранит пользователей, услуги, портфолио, заявки и историю статусов.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C8D2D-64E5-4058-B719-CA9B666E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7D10C-637A-45F2-B503-DAF6575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4CEC0-7D58-4BAE-A3A7-8B6781B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id, login, password_hash,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2ECFC-37FD-47BF-A3F8-59453FF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58E1C-59DB-48C2-9636-DA457E0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19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12B68-D2A0-4A15-8296-D5FE48A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name, price, category, 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C85EF-6801-4F6C-AD08-08D4324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4343F-160D-4486-8CD7-A7ECA6BE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applications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D3761-46D7-4B77-97A6-1E1E169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user_id, service_id, status, final_price, admin_note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BFE5D-849E-475F-99FB-218D4C1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2093E-C466-4F93-A711-6ABE424B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status_history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BB505-D09A-494E-A5C3-7D8A864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application_id, old_status, new_status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8D0DE-6DD2-4A82-BCEA-41C2A7B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958B4-2958-4A21-B8D9-C6F01F8F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D5C08-4C03-4812-B166-2324F56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959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title, image_url, service_id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9BAEC-5648-4D17-A4C9-BFEA050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43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5D2A1-12AA-4E3A-82D3-9AAC441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D90C8-7563-417B-859C-0D80DFBF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FB38A-E688-4F2B-9884-867617D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A048E-C9CE-4C3E-BDF6-BAEEA764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C8899-DD47-4E4B-8056-5653B60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6887E-9134-47AB-A9B5-8B5A9EAB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6223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B1543-8FEC-4773-9694-A0C95522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BABC1-52AB-4C6B-AFD0-BB0C98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2CD14-0246-4F47-8CC0-72A57A0C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07 / БЕЗОПАСНОСТЬ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48BC-437B-4F7C-AE60-F1869E3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C5D6-0F14-4983-9AB7-FBF2C58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Защита и валидация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878BA-A730-47F8-A9F9-C8F2AEDE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Для учебного проекта закрыты базовые риски: пароли, роли, SQL-инъекции, формат ввода и заголовки.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85241-CC1E-4F61-9AB6-046918D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762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16715-8FE4-43C3-ACC4-C27CE63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2C958-C14B-49A8-AD24-14938FAF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D1046-FDAE-40DC-A600-F9F665D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bcrypt-хеши паролей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B182-8706-4767-8D92-9CC9C948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81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783AE-32A6-4BC4-B90F-FB01DE5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JWT с проверкой секрета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A3DC4-7D18-4734-903B-4ABFF9A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063AC-381A-44CA-974D-447EB6C1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requireAuth и requireAdmin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D330E-4C0C-4E47-92CB-4BBAA89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EC66D-693A-48F9-817B-3848FB0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параметризованные SQL-запросы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42CA0-0152-441C-A449-A255FD5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53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E2C24-167A-4194-A5D2-7E12185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валидация email, телефона и цены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896FB-DFEB-4928-81C5-FF3C2D7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762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F7141-E770-4A48-85F7-381224C8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Frontend + HTTP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39081-2C00-458D-B35F-9008933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57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36B9B-7DF6-45F0-AE0F-4C721B1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экранирование пользовательских данных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BF5B9-DFA4-41FE-BE00-FEA54BB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81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827C4-0673-4C6A-A45B-1B52680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сообщения об ошибках в интерфейсе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36D5D-F748-45CF-A2FC-473DF6D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05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19A2A-AC9D-463A-82B4-78AF50E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96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Content-Security-Policy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735E3-8772-454F-A7E4-8FA26170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7301E-AD21-44F1-BB1A-CC3E9BC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Referrer-Policy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07DED-AF6D-47EA-9ED2-26D6CD7D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53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64470-3078-4A15-883B-1E8C4568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673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X-Content-Type-Options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692E4-5164-4FF7-BFB7-4065ADF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7B318-28F9-4427-9AE7-DDFAAD4E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2325F-A7D0-408C-9D0F-65E8DB90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87829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545D7-555F-47AA-A7C2-D72B32B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1A37A-F72A-4259-9237-E7ED1AF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4A74D-98DC-417E-851D-2F41D1B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0D6DC"/>
                </a:solidFill>
                <a:latin typeface="Aptos Mono"/>
                <a:ea typeface="Aptos Mono"/>
                <a:cs typeface="Aptos Mono"/>
              </a:rPr>
              <a:t>08 / ЗАЩИТА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E0404-4350-40AC-B176-E3DA8360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webhive.onrender.com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CF355-FF18-4A6D-B0FE-CA3CD08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Что показывать преподавателю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55794-117A-4A4E-931D-5D65CD6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Демонстрация должна идти по рабочему сценарию, а не по пересказу README.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2A299-9E96-4ECB-8B6A-C7B5036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91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62A2-C50C-45BB-BE3F-C59723DA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Демо-сценарий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350B0-70A7-45A2-AC3F-ED16DCF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ECE9B-4DA1-4F4E-A1EF-6B57595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открыть https://webhive.onrender.com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836F6-7349-4774-83EB-C147A4A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1D205-B6D4-467B-8813-56A7292E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показать каталог и карточку услуги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7F6DB-8895-4778-83F1-B8A9CABA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9D8D9-6479-4B95-B395-B3D28C7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создать заявку клиентом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161F0-4141-4582-A25D-5FD15FA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4E60E-533C-40FB-A9A8-DAE066FD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открыть заявку в админке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EDE8D-55D8-4C6A-BCB0-6AACF352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7B5EC-7A88-41D2-8311-48647324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указать финальную цену и комментарий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70C5-5189-4753-BD7C-A1BF70B4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554C9-3C81-44C4-826D-F66A0D9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показать результат в кабинете клиента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E1598-FE75-4898-9BE5-2611606C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91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2"/>
          </a:solidFill>
          <a:ln xmlns:a="http://schemas.openxmlformats.org/drawingml/2006/main" w="9525">
            <a:solidFill>
              <a:srgbClr val="2A42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34AAA-27A8-47EF-B0F5-516ACCE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Что закрыто по требованиям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CE246-A174-43C0-8B0A-D1A8761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86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23365-8DF7-4759-B2C4-0418455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HTML/CSS/Vanilla JS без лишнего фреймворка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6B965-8933-4DA5-9E3B-EC305A26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9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36115-1A54-4163-BA8F-A41881A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Node.js + Express + PostgreSQL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FB62A-9AC4-45E9-81B4-43A92990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EBFB31-8663-49A2-B1F4-6683BBE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роли: гость, пользователь, администратор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103F1-6312-478C-AF9E-A67DD8B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00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A4B8B-E1B1-4C88-8ECB-6CD0EB9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CRUD для услуг и портфолио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386812-00E9-4EAC-AB01-CEF3DF9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05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0DABD-84B7-4066-AF18-31A4DC0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заявки, статусы и история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CBBA3B-BAE7-412E-94AE-FECF8B05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0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0335B-8222-49A5-B8B2-54AF96C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24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4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4C4"/>
                </a:solidFill>
                <a:latin typeface="Aptos"/>
                <a:ea typeface="Aptos"/>
                <a:cs typeface="Aptos"/>
              </a:rPr>
              <a:t>публикация проекта на Render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4BEE7-60FB-4BD0-AD34-37A4FB75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94733-C885-4D78-BA02-3A71790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Учебная практика - веб-сервис веб-студии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974987-67D7-4658-93A1-7CFE1F5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7176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2026-06-05T05:33:40.6620000Z</dcterms:created>
  <dcterms:modified xsi:type="dcterms:W3CDTF">2026-06-05T05:33:40.6620000Z</dcterms:modified>
</coreProperties>
</file>